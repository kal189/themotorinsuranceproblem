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2"/>
  </p:normalViewPr>
  <p:slideViewPr>
    <p:cSldViewPr snapToGrid="0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AA9C-D12A-C1A4-A4AF-95280A800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A58C4-205C-D0B1-6085-A6D4D4BA9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E879-E22F-C571-C6F2-F9CADF5B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5B3E-9E30-6601-D291-339F747F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51175-1D34-C27F-0E82-615277E1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5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FB3C-53E1-4526-9D82-EE7CCB10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939C5-AC2F-7194-4DA4-013B7FAA7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4D939-8934-205F-BEB4-83C10DAF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ED57-178A-5AFD-D33C-BD166440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093A-AAD4-CEBD-4585-2B3C9386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3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E1A8-0FE2-3E1A-447D-8FF00227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E4A89-26A9-1472-C56E-56CFB58CB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AB1C-B73E-4F5D-5DAD-2198F25F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B0797-347F-A9AA-40B5-83B00218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96646-5E0E-E3A1-50A8-0D6BFC14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CC0F-674F-31AE-C747-E06AD6B3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A730A-AC7F-895E-A683-891BFF7FD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7095C-22C1-9F35-0AF0-3C22361C6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FDC38-B71E-DF87-D0FC-D08430EA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615FC-BDCC-0AA0-E880-12ABB0FA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B4059-5795-8E7A-DEB5-29A0770E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77FB-B13D-D801-FE76-BC558E54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ACE64-3B0E-8308-698F-E769A826A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2D8F-7303-8233-EF2C-D380E54B9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A0790-24C5-3991-159D-B8D589CA9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0733D-0755-ADAA-6140-076FB73DC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6D390-7ABC-C5E3-80E3-361F96D4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96FF5-AB84-CA9A-6AED-3620DB8E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3A9CA-9A86-C8A4-BB22-D71E2035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5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89D0-824B-E198-6D57-E13B0470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B3E01-99F7-DCC6-FBE5-5658BB8D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7F53F-47B9-9DA2-9C54-4BF7645E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43E60-4F9C-BDFA-BEBD-44B86980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7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EEF15-3FFD-A376-C69E-0CA1993A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3B12D-F0DC-B521-835B-9680C41A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726D-03F2-E624-AB0C-3AA25C04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7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FC5C-67A8-7923-B33F-9FA4531D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1625-7657-A7D9-3453-5A46F117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ABC7E-F160-EA37-7DCD-51C70AC4D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79463-98E5-9A03-9C95-F9565656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1AA51-89A2-5248-674A-6EAEE152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8C7A2-6687-B16E-E07A-35DF88D3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7C28-9321-B257-7DAC-72E37D8F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A0E6DF-7223-F00F-B816-B24EB8060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3CBF0-2175-1AC0-50EC-5E75859C3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C318-30FE-8487-0A11-F0547ABB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BFE3D-53FF-49E8-1D8A-0D78D6EB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A70F9-633D-525D-9639-5BD653FD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ADB8-8355-566F-6AD2-7B8DD38C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B401E-4D1E-5AFB-D041-D9B6CBB01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69C55-5324-6659-AB22-0354CB26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576C-D759-711C-5F66-57DF363E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9DDA1-ECB9-A664-8981-7D24A7DC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3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DE5D0-45DA-F5F6-994C-63D2EA27C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6E9DD-E9E6-F926-883F-50C662AF6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244BC-074A-AAB9-59E8-D55AE0F9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7B442-16A8-6F63-3D08-E6C39538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80229-D5CF-5F5C-4A6C-23B418E4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6A6E5F-54BD-7A1D-E9CF-873BC029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85767-4879-C497-68F9-AD17069C9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7F448-C696-6D08-DAFA-71B3050F2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4A79A-03D0-AE40-A779-A8AAFE0241A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B06FA-4B8F-EFE7-D3A4-AA98137F4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E03C9-A90F-37B5-9DFA-FFFB47AD4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674F0-6443-A048-8BCD-8A3FD02D8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8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CDE45-55C6-4DBC-0C99-6259A03B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Motor Insurance Claims - MDP Formulation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42ECCE-EECD-6754-729E-4F7D00DE6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350635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8179673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276376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64111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Premiums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99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 off - $ 200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5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 off - $ 400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876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 off - $200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Discount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0% off - $800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451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3BE889-B062-E075-0F27-F2E570D8162F}"/>
              </a:ext>
            </a:extLst>
          </p:cNvPr>
          <p:cNvSpPr txBox="1"/>
          <p:nvPr/>
        </p:nvSpPr>
        <p:spPr>
          <a:xfrm>
            <a:off x="978946" y="4260028"/>
            <a:ext cx="3399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Actions (A):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Claim: Insurance pays for repair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Don't Claim: Pay repair yourself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13F07-E14D-12C2-DDD2-0305EF435077}"/>
              </a:ext>
            </a:extLst>
          </p:cNvPr>
          <p:cNvSpPr txBox="1"/>
          <p:nvPr/>
        </p:nvSpPr>
        <p:spPr>
          <a:xfrm>
            <a:off x="5972287" y="4003637"/>
            <a:ext cx="52407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Transitions (B):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Claim: Move to next higher state (worse)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Don't Claim: Move to next lower state (better)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Costs (C):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Claim: Premium only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Don't Claim: Premium + $500 repair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EBD4B-CD75-1E6A-E7CB-7D41059E5AB5}"/>
              </a:ext>
            </a:extLst>
          </p:cNvPr>
          <p:cNvSpPr txBox="1"/>
          <p:nvPr/>
        </p:nvSpPr>
        <p:spPr>
          <a:xfrm>
            <a:off x="978946" y="5593976"/>
            <a:ext cx="311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Dis</a:t>
            </a:r>
            <a:r>
              <a:rPr lang="en-US" dirty="0">
                <a:solidFill>
                  <a:srgbClr val="000000"/>
                </a:solidFill>
              </a:rPr>
              <a:t>count Factor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0.9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5C2C-A865-1503-20D1-056619BE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B593-1EF5-0798-E5B0-31D24F4B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Only claim when you're already at the best discount level. Otherwise, pay for repairs yourself to maintain or improve your discount.</a:t>
            </a:r>
            <a:endParaRPr lang="en-US" sz="6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067909-91BD-CFFC-0EBB-3F2983C2C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048972"/>
              </p:ext>
            </p:extLst>
          </p:nvPr>
        </p:nvGraphicFramePr>
        <p:xfrm>
          <a:off x="2363098" y="2310187"/>
          <a:ext cx="7010398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8179673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27637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999128"/>
                  </a:ext>
                </a:extLst>
              </a:tr>
              <a:tr h="126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Best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Claim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5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Good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Don’t Claim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876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Small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Don’t Claim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Discount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Don’t Claim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451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30B8BC-F1F3-13F7-2AD0-1150C460CF41}"/>
              </a:ext>
            </a:extLst>
          </p:cNvPr>
          <p:cNvSpPr txBox="1"/>
          <p:nvPr/>
        </p:nvSpPr>
        <p:spPr>
          <a:xfrm>
            <a:off x="3732904" y="5092881"/>
            <a:ext cx="427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Algorithm converged in 3 iterations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3BC46-C26E-F6C7-92F7-317B6CFED830}"/>
              </a:ext>
            </a:extLst>
          </p:cNvPr>
          <p:cNvSpPr txBox="1"/>
          <p:nvPr/>
        </p:nvSpPr>
        <p:spPr>
          <a:xfrm>
            <a:off x="-1" y="6400867"/>
            <a:ext cx="7917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Link to repo: https://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github.com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/kal189/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TheMotorInsuranceProblem.git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578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172</Words>
  <Application>Microsoft Macintosh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-webkit-standard</vt:lpstr>
      <vt:lpstr>Aptos</vt:lpstr>
      <vt:lpstr>Aptos Display</vt:lpstr>
      <vt:lpstr>Arial</vt:lpstr>
      <vt:lpstr>Office Theme</vt:lpstr>
      <vt:lpstr>Motor Insurance Claims - MDP Formulation</vt:lpstr>
      <vt:lpstr>Only claim when you're already at the best discount level. Otherwise, pay for repairs yourself to maintain or improve your discount.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Aasi Kaleem</dc:creator>
  <cp:lastModifiedBy>Aasi Kaleem</cp:lastModifiedBy>
  <cp:revision>1</cp:revision>
  <dcterms:created xsi:type="dcterms:W3CDTF">2026-02-03T19:28:27Z</dcterms:created>
  <dcterms:modified xsi:type="dcterms:W3CDTF">2026-02-03T19:37:40Z</dcterms:modified>
</cp:coreProperties>
</file>